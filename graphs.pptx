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F681D3-7EE9-4A56-872E-786FDEAE9E00}" v="3" dt="2026-02-11T21:14:19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 Ventura" userId="1ff1ba22f307115f" providerId="LiveId" clId="{5594CB7F-1326-412E-9C31-20DAB507DEB6}"/>
    <pc:docChg chg="modSld">
      <pc:chgData name="Elisa Ventura" userId="1ff1ba22f307115f" providerId="LiveId" clId="{5594CB7F-1326-412E-9C31-20DAB507DEB6}" dt="2026-02-11T21:16:09.754" v="14" actId="122"/>
      <pc:docMkLst>
        <pc:docMk/>
      </pc:docMkLst>
      <pc:sldChg chg="addSp modSp mod">
        <pc:chgData name="Elisa Ventura" userId="1ff1ba22f307115f" providerId="LiveId" clId="{5594CB7F-1326-412E-9C31-20DAB507DEB6}" dt="2026-02-11T21:16:09.754" v="14" actId="122"/>
        <pc:sldMkLst>
          <pc:docMk/>
          <pc:sldMk cId="2554029062" sldId="256"/>
        </pc:sldMkLst>
        <pc:spChg chg="mod">
          <ac:chgData name="Elisa Ventura" userId="1ff1ba22f307115f" providerId="LiveId" clId="{5594CB7F-1326-412E-9C31-20DAB507DEB6}" dt="2026-02-11T21:12:59.778" v="2" actId="1076"/>
          <ac:spMkLst>
            <pc:docMk/>
            <pc:sldMk cId="2554029062" sldId="256"/>
            <ac:spMk id="13" creationId="{5EA8C48E-3884-2E3A-5F8C-FBE787A3AAE6}"/>
          </ac:spMkLst>
        </pc:spChg>
        <pc:spChg chg="mod">
          <ac:chgData name="Elisa Ventura" userId="1ff1ba22f307115f" providerId="LiveId" clId="{5594CB7F-1326-412E-9C31-20DAB507DEB6}" dt="2026-02-11T21:13:08.296" v="3" actId="1076"/>
          <ac:spMkLst>
            <pc:docMk/>
            <pc:sldMk cId="2554029062" sldId="256"/>
            <ac:spMk id="14" creationId="{40701A96-AAFF-2DBE-DBA6-B460680B71E9}"/>
          </ac:spMkLst>
        </pc:spChg>
        <pc:graphicFrameChg chg="add mod modGraphic">
          <ac:chgData name="Elisa Ventura" userId="1ff1ba22f307115f" providerId="LiveId" clId="{5594CB7F-1326-412E-9C31-20DAB507DEB6}" dt="2026-02-11T21:16:06.171" v="13" actId="122"/>
          <ac:graphicFrameMkLst>
            <pc:docMk/>
            <pc:sldMk cId="2554029062" sldId="256"/>
            <ac:graphicFrameMk id="2" creationId="{3FEB8A38-0CB7-C627-B498-1585D86E71E1}"/>
          </ac:graphicFrameMkLst>
        </pc:graphicFrameChg>
        <pc:graphicFrameChg chg="add mod modGraphic">
          <ac:chgData name="Elisa Ventura" userId="1ff1ba22f307115f" providerId="LiveId" clId="{5594CB7F-1326-412E-9C31-20DAB507DEB6}" dt="2026-02-11T21:16:09.754" v="14" actId="122"/>
          <ac:graphicFrameMkLst>
            <pc:docMk/>
            <pc:sldMk cId="2554029062" sldId="256"/>
            <ac:graphicFrameMk id="3" creationId="{0B659EE2-2A7D-861E-E5B0-44F4C5EA4F6D}"/>
          </ac:graphicFrameMkLst>
        </pc:graphicFrameChg>
        <pc:graphicFrameChg chg="add mod modGraphic">
          <ac:chgData name="Elisa Ventura" userId="1ff1ba22f307115f" providerId="LiveId" clId="{5594CB7F-1326-412E-9C31-20DAB507DEB6}" dt="2026-02-11T21:16:02.185" v="12" actId="122"/>
          <ac:graphicFrameMkLst>
            <pc:docMk/>
            <pc:sldMk cId="2554029062" sldId="256"/>
            <ac:graphicFrameMk id="4" creationId="{FEDDD794-7FD9-18E8-E1BD-DEA50446B62E}"/>
          </ac:graphicFrameMkLst>
        </pc:graphicFrameChg>
        <pc:picChg chg="mod">
          <ac:chgData name="Elisa Ventura" userId="1ff1ba22f307115f" providerId="LiveId" clId="{5594CB7F-1326-412E-9C31-20DAB507DEB6}" dt="2026-02-11T21:13:12.862" v="5" actId="1038"/>
          <ac:picMkLst>
            <pc:docMk/>
            <pc:sldMk cId="2554029062" sldId="256"/>
            <ac:picMk id="5" creationId="{D3F4B0DC-8652-8CDD-86E2-42E62A93EF91}"/>
          </ac:picMkLst>
        </pc:picChg>
        <pc:picChg chg="mod">
          <ac:chgData name="Elisa Ventura" userId="1ff1ba22f307115f" providerId="LiveId" clId="{5594CB7F-1326-412E-9C31-20DAB507DEB6}" dt="2026-02-11T21:12:57.017" v="1" actId="1076"/>
          <ac:picMkLst>
            <pc:docMk/>
            <pc:sldMk cId="2554029062" sldId="256"/>
            <ac:picMk id="7" creationId="{B2868C31-31AD-C720-7134-6577D47A659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CCD0-67DF-FB9C-A3B5-6F38092D9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F20BA-6682-7D71-FFD2-CAE366E06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EA330-F3EB-5A18-61F3-9313C4C1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BCD3-2F4A-4D70-AB76-8914ECC8661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11239-2053-BA93-AA08-438EFB57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AF893-5602-A964-6C5E-C7A2C80A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EE8B1-5119-4F39-A40F-01D01999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29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8A66-DFF1-0995-C0A2-EB508EF5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C610F-4C43-9750-19C0-CAEA0F964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84E7C-6737-6A83-0DE2-4674E422A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BCD3-2F4A-4D70-AB76-8914ECC8661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7C14D-B3C2-F3A2-40F1-25B71B025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D4053-1E41-A4C7-2E70-4F5A3B362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EE8B1-5119-4F39-A40F-01D01999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7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1396-9F5B-7ACA-2D78-4C3DB98F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5DD16-9102-CC0C-42C2-35E9FEC1D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9EBFB-DEE7-E2B3-030F-107E59607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BCD3-2F4A-4D70-AB76-8914ECC8661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42492-5A01-6271-2745-783FFFAC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E4905-B943-17DD-B0D3-CD0D461C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EE8B1-5119-4F39-A40F-01D01999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42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580D-49C1-DAC3-B184-8A2F02C2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A55A4-CF9F-E9FD-B24B-2B173C412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DF89F-0BC3-F9C0-73A9-92EEFF08C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C5EF6-C199-8C49-F489-A2A80E738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BCD3-2F4A-4D70-AB76-8914ECC8661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5BBEC-C4D7-1281-4610-94A63950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B5C57-1028-087D-5444-CFADDF03C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EE8B1-5119-4F39-A40F-01D01999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92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A32C-E898-D2AF-9C36-C9D4FA0D3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F6BD5-D576-54CB-AFE0-FA6A0AD56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81A1A-90E7-CDD2-F652-582CCAC50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2E856D-DDB1-40E6-2CCC-C40D57C42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E1D9B-4F67-3D27-A57C-F05B07214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616B4E-31B6-6265-AABD-D35271F6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BCD3-2F4A-4D70-AB76-8914ECC8661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DDF016-5ADD-7A0F-A711-CAAD57E8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090E04-A046-F1EF-533F-773C5148E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EE8B1-5119-4F39-A40F-01D01999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A072-13BA-A146-7D5A-2C2445F3F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40DEE-3480-2BA3-E826-C77915CBB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BCD3-2F4A-4D70-AB76-8914ECC8661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B3402-42B8-BC2D-7F43-411425974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6B846-AC28-F710-EFBD-F5EB3C34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EE8B1-5119-4F39-A40F-01D01999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66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DC7101-AE13-D086-C494-553AEA1B3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BCD3-2F4A-4D70-AB76-8914ECC8661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B48B25-12D9-4D7E-8963-3A8317CA3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22FDD-238C-A431-A702-E24B490B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EE8B1-5119-4F39-A40F-01D01999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4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FF85-83F5-E279-CA4C-3AB79C55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E9DCA-15F2-E22A-9778-21565C52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56B4B-7D4E-6D3E-E5E6-4481B7299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5B771-6CCD-6B6B-202D-3EA6DFB5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BCD3-2F4A-4D70-AB76-8914ECC8661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89150-B99C-90C8-36F3-08E8654F6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E5CBB-9610-C285-9103-89D61E49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EE8B1-5119-4F39-A40F-01D01999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2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1309B-F8B2-8423-1ED2-1552C8C7A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1448B3-8FD6-D779-7786-5DCB7345C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5C8E3-5F4E-4B63-537A-8DC5CE467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6633F-DE7B-01F6-D800-0AC90AC82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BCD3-2F4A-4D70-AB76-8914ECC8661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F6C1D-CDD8-352D-D26A-F461ACF9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9127D-42B7-F36D-8FDB-F8DFD707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EE8B1-5119-4F39-A40F-01D01999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8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2894-04D8-0DEC-9ED4-896B5D16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2847A-756E-D6AA-81BF-305F9F17D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B8D7D-295D-8D2A-E572-B3C92EB9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BCD3-2F4A-4D70-AB76-8914ECC8661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A2C0B-B2AF-BEFD-E0EB-26983080E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C814D-13C1-6339-442F-20258F3A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EE8B1-5119-4F39-A40F-01D01999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91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B86C77-B641-3F30-9FAC-8CC6B2DC5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7C570-CE4B-090B-3D2C-8F60FEF62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C9A6C-1BF0-958D-ADE6-15C49E858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BCD3-2F4A-4D70-AB76-8914ECC8661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C361F-C722-D7E1-EEFF-9728687A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CDF88-5ACA-6346-3FBA-64CD5D82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EE8B1-5119-4F39-A40F-01D01999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87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24D51-35D2-4114-3C3D-DABDB42BD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839D3-6050-3289-6F56-1F81F4FBB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A945E-6336-2CAB-3C26-D1B05A8F8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CBCD3-2F4A-4D70-AB76-8914ECC8661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0DCF1-AD1D-D55B-CF71-464E9F4D7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AA4E3-54D1-9ABE-81DB-E4EECC76C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EE8B1-5119-4F39-A40F-01D01999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4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red green and blue lines&#10;&#10;AI-generated content may be incorrect.">
            <a:extLst>
              <a:ext uri="{FF2B5EF4-FFF2-40B4-BE49-F238E27FC236}">
                <a16:creationId xmlns:a16="http://schemas.microsoft.com/office/drawing/2014/main" id="{D3F4B0DC-8652-8CDD-86E2-42E62A93E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054" y="659757"/>
            <a:ext cx="3843874" cy="2357767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B2868C31-31AD-C720-7134-6577D47A6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102" y="702626"/>
            <a:ext cx="3848637" cy="2314898"/>
          </a:xfrm>
          <a:prstGeom prst="rect">
            <a:avLst/>
          </a:prstGeom>
        </p:spPr>
      </p:pic>
      <p:pic>
        <p:nvPicPr>
          <p:cNvPr id="11" name="Picture 10" descr="A graph with red and green lines&#10;&#10;AI-generated content may be incorrect.">
            <a:extLst>
              <a:ext uri="{FF2B5EF4-FFF2-40B4-BE49-F238E27FC236}">
                <a16:creationId xmlns:a16="http://schemas.microsoft.com/office/drawing/2014/main" id="{B46906FF-E50F-9192-A67D-CFB79ED14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500" y="4134428"/>
            <a:ext cx="3843874" cy="23387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A7FB8C-A227-71FD-19AE-1219BD3CC51D}"/>
              </a:ext>
            </a:extLst>
          </p:cNvPr>
          <p:cNvSpPr txBox="1"/>
          <p:nvPr/>
        </p:nvSpPr>
        <p:spPr>
          <a:xfrm>
            <a:off x="1435261" y="659757"/>
            <a:ext cx="50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A8C48E-3884-2E3A-5F8C-FBE787A3AAE6}"/>
              </a:ext>
            </a:extLst>
          </p:cNvPr>
          <p:cNvSpPr txBox="1"/>
          <p:nvPr/>
        </p:nvSpPr>
        <p:spPr>
          <a:xfrm>
            <a:off x="6653459" y="659757"/>
            <a:ext cx="50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701A96-AAFF-2DBE-DBA6-B460680B71E9}"/>
              </a:ext>
            </a:extLst>
          </p:cNvPr>
          <p:cNvSpPr txBox="1"/>
          <p:nvPr/>
        </p:nvSpPr>
        <p:spPr>
          <a:xfrm>
            <a:off x="3722110" y="4052434"/>
            <a:ext cx="50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EB8A38-0CB7-C627-B498-1585D86E7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833201"/>
              </p:ext>
            </p:extLst>
          </p:nvPr>
        </p:nvGraphicFramePr>
        <p:xfrm>
          <a:off x="694889" y="1029089"/>
          <a:ext cx="939800" cy="365760"/>
        </p:xfrm>
        <a:graphic>
          <a:graphicData uri="http://schemas.openxmlformats.org/drawingml/2006/table">
            <a:tbl>
              <a:tblPr/>
              <a:tblGrid>
                <a:gridCol w="939800">
                  <a:extLst>
                    <a:ext uri="{9D8B030D-6E8A-4147-A177-3AD203B41FA5}">
                      <a16:colId xmlns:a16="http://schemas.microsoft.com/office/drawing/2014/main" val="89209748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RMSE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8179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65.412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00720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659EE2-2A7D-861E-E5B0-44F4C5EA4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643449"/>
              </p:ext>
            </p:extLst>
          </p:nvPr>
        </p:nvGraphicFramePr>
        <p:xfrm>
          <a:off x="6014437" y="1029089"/>
          <a:ext cx="863600" cy="36576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36709873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RMSE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3118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50.184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33999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DDD794-7FD9-18E8-E1BD-DEA50446B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499374"/>
              </p:ext>
            </p:extLst>
          </p:nvPr>
        </p:nvGraphicFramePr>
        <p:xfrm>
          <a:off x="2960753" y="4339274"/>
          <a:ext cx="1016000" cy="36576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88399389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RMSE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457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550.342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140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02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 Ventura</dc:creator>
  <cp:lastModifiedBy>Elisa Ventura</cp:lastModifiedBy>
  <cp:revision>1</cp:revision>
  <dcterms:created xsi:type="dcterms:W3CDTF">2026-02-11T10:36:45Z</dcterms:created>
  <dcterms:modified xsi:type="dcterms:W3CDTF">2026-02-11T21:16:10Z</dcterms:modified>
</cp:coreProperties>
</file>